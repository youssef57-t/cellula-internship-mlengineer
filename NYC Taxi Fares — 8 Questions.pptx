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walks through the EDA notebook: the dataset, its quality issues, then the eight questions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large and mostly clean at the structural level: negligible missing values, no duplicates, no constant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outliers were detected but not removed before answering the questions, so they add noise to several charts, especially Q7 and Q8.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short version: only distance clearly moves the fare. Time of day shapes both fares and demand. Car condition, traffic, weather and passenger count barely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Fares spread similarly whether 1 or 6 people ride. The correlation between passenger_count and fare_amount is just 0.01. Fare is priced per trip, not per person — passenger count adds almost no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fare and spread are nearly identical across Bad, Good, Very Good and Excellent cars (~125k trips each). Car condition is not a pricing factor in this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average fare peaks at about 15 at 5 AM, far above the rest of the day. The lowest average, about 10.6, is at 7 PM. Note: the notebook text says fares peak at midnight and are lowest at 4–6 AM; the chart shows the opposite for early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Flow, Dense and Congested traffic show the same median fare and a similar spread (~166k trips each). Traffic labels do not shift fares in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has the highest correlation with fare_amount of any numeric feature: 0.61. The relationship is positive, but outliers blur it. Outliers: fares up to 500 at near-zero distance, and distances above 8,000 km at low fares.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builds through the day and peaks in the evening, 6–10 PM, topping out at about 31,000 requests at 7 PM. It bottoms out at 5 AM (~5,000). Compare with Q3: the quietest hour (5 AM) is also the most expensive one on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trip distance is about 2 km under all five conditions: sunny, cloudy, rainy, windy and stormy. People travel the same distances whatever the weather.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 vs. distance to JFK shows no clear trend: fares vary widely at every distance. Proximity to JFK alone is not a main driver of fare. Caveat: the chart is dominated by bad coordinates (JFK distances in the thousands of km); re-check after cleaning.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one strong numeric driver, clear time-of-day patterns, flat categorical features, and a cleaning step needed before any modelling.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0637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F5B7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EXPLORATORY DATA ANALYSIS · TASK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58445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drives a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taxi fare?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44386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questions answered from 500,000 NYC taxi trips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25320"/>
            <a:ext cx="2030171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3230880"/>
            <a:ext cx="2030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trips (rows)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4280" y="1925320"/>
            <a:ext cx="20301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764280" y="2616200"/>
            <a:ext cx="2030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6680" y="1925320"/>
            <a:ext cx="20301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56680" y="2616200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values in 9 columns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1669415"/>
            <a:ext cx="2482850" cy="208407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9080" y="1925320"/>
            <a:ext cx="20301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9080" y="2616200"/>
            <a:ext cx="2030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4163060"/>
            <a:ext cx="9156700" cy="127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Trips from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2009–2015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fare, passenger count, pickup/dropoff coordinates, distances to airports, time features, plus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 Condition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Weather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Traffic Condition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categorical columns are almost perfectly balanced; </a:t>
            </a:r>
            <a:r>
              <a:rPr lang="en-US" sz="1700" b="1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pickup_datetime</a:t>
            </a:r>
            <a:r>
              <a:rPr lang="en-US" sz="17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still needs converting to a datetime.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task_1_submission.ipynb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quality issues found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4801"/>
          <a:ext cx="10556240" cy="399288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A5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A5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8A5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it matters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B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distance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14,250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Many still have a non-zero fare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Distance over 200 km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1,004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 to ~12,000 km — impossible for a taxi ride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Fare over 100 for under 1 km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Likely entry errors or special charges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Negative fare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Physically impossible (as low as −44.90)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fare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5F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Suspicious for a completed trip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fare_amount: mean 11.36 · median 8.50 · skewness 4.90 · max 500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questions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29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1080" y="20802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passenger count raise the fare?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1080" y="261874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95675" y="15678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7729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0780" y="20802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car condition affect the fare?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0780" y="261874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75375" y="15678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0480" y="17729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0480" y="2080261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are fares highest?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0480" y="2387600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AM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55075" y="15678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0180" y="17729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60180" y="20802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traffic affect the fare?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60180" y="261874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15975" y="34093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080" y="36144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10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distance the strongest predictor?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1080" y="446024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495675" y="34093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0780" y="36144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07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are rides most requested?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0780" y="446024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PM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175375" y="34093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0480" y="36144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04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weather change trip distance?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80480" y="446024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855075" y="3409316"/>
            <a:ext cx="2520950" cy="1682750"/>
          </a:xfrm>
          <a:prstGeom prst="roundRect">
            <a:avLst>
              <a:gd name="adj" fmla="val 5849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60180" y="3614420"/>
            <a:ext cx="21740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60180" y="3921761"/>
            <a:ext cx="21740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 airport pickups pricier?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60180" y="4460241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Unclear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higher passenger count associated with a higher fare?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82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82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Fares spread similarly whether 1 or 6 people ride. The correlation between passenger_count and fare_amount is just 0.01.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033521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 is priced per trip, not per person — passenger count adds almost no information.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82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Scatter plot · fare vs. passenger 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1179" y="1764032"/>
            <a:ext cx="5506042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7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8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Scatter plot · fare vs. passenger count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Q1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car condition influence the fare amount?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82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82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fare and spread are nearly identical across Bad, Good, Very Good and Excellent cars (~125k trips each).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 condition is not a pricing factor in this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82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Box plot · fare by car condition (y capped at 99th pct.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329" y="1764032"/>
            <a:ext cx="5447743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7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8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plot · fare by car condition (y capped at 99th pct.)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Q2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what hour of the day are fares highest?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82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82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AM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average fare peaks at about 15 at 5 AM, far above the rest of the day. The lowest average, about 10.6, is at 7 PM.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Note: the notebook text says fares peak at midnight and are lowest at 4–6 AM; the chart shows the opposite for early morning.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82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Line plot · average fare by h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550" y="1797215"/>
            <a:ext cx="6337300" cy="3476934"/>
          </a:xfrm>
          <a:custGeom>
            <a:avLst/>
            <a:gdLst/>
            <a:ahLst/>
            <a:cxnLst/>
            <a:rect l="l" t="t" r="r" b="b"/>
            <a:pathLst>
              <a:path w="6337300" h="3476934">
                <a:moveTo>
                  <a:pt x="0" y="62067"/>
                </a:moveTo>
                <a:arcTo wR="95250" hR="95250" stAng="10800000" swAng="2439838"/>
                <a:lnTo>
                  <a:pt x="6314301" y="0"/>
                </a:lnTo>
                <a:arcTo wR="95250" hR="95250" stAng="19160162" swAng="2439838"/>
                <a:lnTo>
                  <a:pt x="6337300" y="3414867"/>
                </a:lnTo>
                <a:arcTo wR="95250" hR="95250" stAng="0" swAng="2439838"/>
                <a:lnTo>
                  <a:pt x="22999" y="3476934"/>
                </a:lnTo>
                <a:arcTo wR="95250" hR="95250" stAng="8360162" swAng="2439838"/>
                <a:close/>
              </a:path>
            </a:pathLst>
          </a:custGeom>
        </p:spPr>
      </p:pic>
      <p:sp>
        <p:nvSpPr>
          <p:cNvPr id="11" name="Shape 8"/>
          <p:cNvSpPr/>
          <p:nvPr/>
        </p:nvSpPr>
        <p:spPr>
          <a:xfrm>
            <a:off x="5032375" y="1760857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8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 plot · average fare by hour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traffic condition affect the trip fare?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82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82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Flow, Dense and Congested traffic show the same median fare and a similar spread (~166k trips each).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Traffic labels do not shift fares in this dataset.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82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Box plot · fare by traffic condition (y capped at 99th pct.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329" y="1764032"/>
            <a:ext cx="5447743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7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plot · fare by traffic condition (y capped at 99th pct.)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Q4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trip distance the strongest predictor of fare?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Distance has the highest correlation with fare_amount of any numeric feature: 0.61. The relationship is positive, but outliers blur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033521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Outliers: fares up to 500 at near-zero distance, and distances above 8,000 km at low fares.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Scatter plot · fare vs. di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1179" y="1764029"/>
            <a:ext cx="5506042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Scatter plot · fare vs. distance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Q5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what time of day are ride requests most frequent?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PM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 builds through the day and peaks in the evening, 6–10 PM, topping out at about 31,000 requests at 7 PM. It bottoms out at 5 AM (~5,000).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033521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with Q3: the quietest hour (5 AM) is also the most expensive one on average.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Count plot · ride requests by h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550" y="1841396"/>
            <a:ext cx="6337300" cy="3388566"/>
          </a:xfrm>
          <a:custGeom>
            <a:avLst/>
            <a:gdLst/>
            <a:ahLst/>
            <a:cxnLst/>
            <a:rect l="l" t="t" r="r" b="b"/>
            <a:pathLst>
              <a:path w="6337300" h="3388566">
                <a:moveTo>
                  <a:pt x="0" y="17883"/>
                </a:moveTo>
                <a:arcTo wR="95250" hR="95250" stAng="10800000" swAng="649285"/>
                <a:lnTo>
                  <a:pt x="6335606" y="0"/>
                </a:lnTo>
                <a:arcTo wR="95250" hR="95250" stAng="20950715" swAng="649285"/>
                <a:lnTo>
                  <a:pt x="6337300" y="3370683"/>
                </a:lnTo>
                <a:arcTo wR="95250" hR="95250" stAng="0" swAng="649285"/>
                <a:lnTo>
                  <a:pt x="1694" y="3388566"/>
                </a:lnTo>
                <a:arcTo wR="95250" hR="95250" stAng="10150715" swAng="649285"/>
                <a:close/>
              </a:path>
            </a:pathLst>
          </a:cu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plot · ride requests by hour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Q6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weather influence the average trip distance?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trip distance is about 2 km under all five conditions: sunny, cloudy, rainy, windy and stormy.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757296"/>
            <a:ext cx="39766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travel the same distances whatever the weather.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Box plot · distance by weather (y capped at 99th pct.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985" y="1764029"/>
            <a:ext cx="5538431" cy="3543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plot · distance by weather (y capped at 99th pct.)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Q7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125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Are rides that start closer to airports more expensive?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550" y="1757679"/>
            <a:ext cx="0" cy="81534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7679"/>
            <a:ext cx="3730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4221"/>
            <a:ext cx="3730701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C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Unclear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800" y="2750821"/>
            <a:ext cx="397662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1C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 vs. distance to JFK shows no clear trend: fares vary widely at every distance. Proximity to JFK alone is not a main driver of fare.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033521"/>
            <a:ext cx="397662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Caveat: the chart is dominated by bad coordinates (JFK distances in the thousands of km); re-check after cleaning.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57679"/>
            <a:ext cx="6350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10" name="Image 0" descr="Scatter plot · fare vs. distance to JF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550" y="1795466"/>
            <a:ext cx="6337300" cy="3480425"/>
          </a:xfrm>
          <a:custGeom>
            <a:avLst/>
            <a:gdLst/>
            <a:ahLst/>
            <a:cxnLst/>
            <a:rect l="l" t="t" r="r" b="b"/>
            <a:pathLst>
              <a:path w="6337300" h="3480425">
                <a:moveTo>
                  <a:pt x="0" y="63812"/>
                </a:moveTo>
                <a:arcTo wR="95250" hR="95250" stAng="10800000" swAng="2523776"/>
                <a:lnTo>
                  <a:pt x="6312764" y="0"/>
                </a:lnTo>
                <a:arcTo wR="95250" hR="95250" stAng="19076224" swAng="2523776"/>
                <a:lnTo>
                  <a:pt x="6337300" y="3416612"/>
                </a:lnTo>
                <a:arcTo wR="95250" hR="95250" stAng="0" swAng="2523776"/>
                <a:lnTo>
                  <a:pt x="24536" y="3480425"/>
                </a:lnTo>
                <a:arcTo wR="95250" hR="95250" stAng="8276224" swAng="2523776"/>
                <a:close/>
              </a:path>
            </a:pathLst>
          </a:custGeom>
        </p:spPr>
      </p:pic>
      <p:sp>
        <p:nvSpPr>
          <p:cNvPr id="11" name="Shape 8"/>
          <p:cNvSpPr/>
          <p:nvPr/>
        </p:nvSpPr>
        <p:spPr>
          <a:xfrm>
            <a:off x="5032375" y="1760854"/>
            <a:ext cx="6343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E2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538987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Scatter plot · fare vs. distance to JFK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5F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Q8 of 8 · NYC taxi fares EDA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42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15442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20242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Distance is the fare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2313942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only strong driver (r = 0.61). Build any fare model around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615442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8" name="Shape 6"/>
          <p:cNvSpPr/>
          <p:nvPr/>
        </p:nvSpPr>
        <p:spPr>
          <a:xfrm>
            <a:off x="6197600" y="1615442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1920242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matters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51600" y="2313942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Fares peak at 5 AM; demand peaks at 7 PM. The hour is worth keeping as a feature.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286764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12800" y="3286764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591564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Labels don’t move price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6800" y="3985264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 condition, traffic, weather and passenger count show no real effect.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7600" y="3286764"/>
            <a:ext cx="5181600" cy="1468120"/>
          </a:xfrm>
          <a:prstGeom prst="roundRect">
            <a:avLst>
              <a:gd name="adj" fmla="val 6920"/>
            </a:avLst>
          </a:prstGeom>
          <a:solidFill>
            <a:srgbClr val="2A2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7600" y="3286764"/>
            <a:ext cx="5181600" cy="1468120"/>
          </a:xfrm>
          <a:custGeom>
            <a:avLst/>
            <a:gdLst/>
            <a:ahLst/>
            <a:cxnLst/>
            <a:rect l="l" t="t" r="r" b="b"/>
            <a:pathLst>
              <a:path w="5181600" h="1468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51600" y="3591564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 before modelling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51600" y="3985264"/>
            <a:ext cx="4813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5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negative/zero fares, zero and &gt;200 km distances, and bad coordinates.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Fares — 8 Questions</dc:title>
  <dc:subject>PptxGenJS Presentation</dc:subject>
  <dc:creator>PptxGenJS</dc:creator>
  <cp:lastModifiedBy>PptxGenJS</cp:lastModifiedBy>
  <cp:revision>1</cp:revision>
  <dcterms:created xsi:type="dcterms:W3CDTF">2026-09-26T11:37:56Z</dcterms:created>
  <dcterms:modified xsi:type="dcterms:W3CDTF">2026-09-26T11:37:56Z</dcterms:modified>
</cp:coreProperties>
</file>